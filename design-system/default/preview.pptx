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0" y="42291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95453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サンプルタイトル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18897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サブタイトルのサンプルテキスト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5803D">
                    <a:alpha val="55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5303520" y="20574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セクションタイトル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0" y="30175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このセクションの概要説明。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218688" cy="381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標準コンテンツ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041648" y="457200"/>
            <a:ext cx="4553712" cy="381762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" name="Text 2"/>
          <p:cNvSpPr/>
          <p:nvPr/>
        </p:nvSpPr>
        <p:spPr>
          <a:xfrm>
            <a:off x="4315968" y="457200"/>
            <a:ext cx="4005072" cy="381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定型スライドに当てはまらない内容はpptx-buildが都度自由に設計する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色・角丸なしの塗りセルはBold Bentoの視覚言語を踏襲する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文字量が多い場合はスライド分割を検討する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046720" y="44119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54305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テキスト+画像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228850"/>
            <a:ext cx="2377440" cy="23145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画像を大きく、テキストは短く要点だけ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非対称ペアとして扱う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91840" y="0"/>
            <a:ext cx="5852160" cy="5143500"/>
          </a:xfrm>
          <a:prstGeom prst="rect">
            <a:avLst/>
          </a:prstGeom>
          <a:solidFill>
            <a:srgbClr val="F3F3F3"/>
          </a:solidFill>
          <a:ln w="15875">
            <a:solidFill>
              <a:srgbClr val="D9D9D9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91840" y="0"/>
            <a:ext cx="5852160" cy="5143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IMAGE PLACEHOLDER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0" y="44119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916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ご確認いただきありがとうございました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3017520"/>
            <a:ext cx="2926080" cy="8229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3017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サンプル太郎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sample@example.com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2026-09-16T14:32:03Z</dcterms:created>
  <dcterms:modified xsi:type="dcterms:W3CDTF">2026-09-16T14:32:03Z</dcterms:modified>
</cp:coreProperties>
</file>