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42291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Brand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95453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サンプルタイトル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18897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サブタイトルのサンプルテキスト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5803D">
                    <a:alpha val="5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5303520" y="2057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セクションタイトル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303520" y="30175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このセクションの概要説明。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218688" cy="3817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標準コンテンツ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041648" y="457200"/>
            <a:ext cx="4553712" cy="38176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4" name="Text 2"/>
          <p:cNvSpPr/>
          <p:nvPr/>
        </p:nvSpPr>
        <p:spPr>
          <a:xfrm>
            <a:off x="4315968" y="457200"/>
            <a:ext cx="4005072" cy="3817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固定プリミティブに当てはまらない内容はpptx-buildが都度自由に設計する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色・角丸なしの塗りセルはBold Bentoの視覚言語を踏襲する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文字量が多い場合はスライド分割を検討する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0" y="44119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825763" cy="32918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249657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対等な要素の列挙(3件)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499360" cy="3342132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42416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03D">
                    <a:alpha val="4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55648"/>
            <a:ext cx="2133600" cy="2382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説明文A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22320" y="932688"/>
            <a:ext cx="2499360" cy="3342132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9" name="Text 7"/>
          <p:cNvSpPr/>
          <p:nvPr/>
        </p:nvSpPr>
        <p:spPr>
          <a:xfrm>
            <a:off x="3505200" y="1042416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03D">
                    <a:alpha val="4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05200" y="1389888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05200" y="1755648"/>
            <a:ext cx="2133600" cy="2382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説明文B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932688"/>
            <a:ext cx="2499360" cy="3342132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3" name="Text 11"/>
          <p:cNvSpPr/>
          <p:nvPr/>
        </p:nvSpPr>
        <p:spPr>
          <a:xfrm>
            <a:off x="6278880" y="1042416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03D">
                    <a:alpha val="4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78880" y="1389888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78880" y="1755648"/>
            <a:ext cx="2133600" cy="2382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説明文C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44119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825763" cy="32918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2496579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対等な要素の列挙(5件)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2499360" cy="1533906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42416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03D">
                    <a:alpha val="4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項目1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55648"/>
            <a:ext cx="2133600" cy="5737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22320" y="932688"/>
            <a:ext cx="2499360" cy="1533906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9" name="Text 7"/>
          <p:cNvSpPr/>
          <p:nvPr/>
        </p:nvSpPr>
        <p:spPr>
          <a:xfrm>
            <a:off x="3505200" y="1042416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03D">
                    <a:alpha val="4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05200" y="1389888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項目2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05200" y="1755648"/>
            <a:ext cx="2133600" cy="5737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932688"/>
            <a:ext cx="2499360" cy="1533906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3" name="Text 11"/>
          <p:cNvSpPr/>
          <p:nvPr/>
        </p:nvSpPr>
        <p:spPr>
          <a:xfrm>
            <a:off x="6278880" y="1042416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03D">
                    <a:alpha val="4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78880" y="1389888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項目3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78880" y="1755648"/>
            <a:ext cx="2133600" cy="5737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35480" y="2740914"/>
            <a:ext cx="2499360" cy="1533906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7" name="Text 15"/>
          <p:cNvSpPr/>
          <p:nvPr/>
        </p:nvSpPr>
        <p:spPr>
          <a:xfrm>
            <a:off x="2118360" y="2850642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03D">
                    <a:alpha val="4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118360" y="3198114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項目4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18360" y="3563874"/>
            <a:ext cx="2133600" cy="5737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740914"/>
            <a:ext cx="2499360" cy="1533906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850642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03D">
                    <a:alpha val="4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892040" y="3198114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項目5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563874"/>
            <a:ext cx="2133600" cy="5737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0" y="44119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04887" cy="32918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1175703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指標の強調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3264408" cy="334213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07008"/>
            <a:ext cx="2715768" cy="183817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908021"/>
            <a:ext cx="2715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主要指標 ▲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87368" y="932688"/>
            <a:ext cx="4507992" cy="1533906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8" name="Text 6"/>
          <p:cNvSpPr/>
          <p:nvPr/>
        </p:nvSpPr>
        <p:spPr>
          <a:xfrm>
            <a:off x="4315968" y="1024128"/>
            <a:ext cx="4050792" cy="8436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45件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15968" y="1853032"/>
            <a:ext cx="4050792" cy="5368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指標2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87368" y="2740914"/>
            <a:ext cx="4507992" cy="1533906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1" name="Text 9"/>
          <p:cNvSpPr/>
          <p:nvPr/>
        </p:nvSpPr>
        <p:spPr>
          <a:xfrm>
            <a:off x="4315968" y="2832354"/>
            <a:ext cx="4050792" cy="8436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8.2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15968" y="3661258"/>
            <a:ext cx="4050792" cy="5368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指標3 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0" y="44119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4305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テキスト+画像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28850"/>
            <a:ext cx="2377440" cy="23145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画像を大きく、テキストは短く要点だけ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非対称ペアとして扱う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91840" y="0"/>
            <a:ext cx="5852160" cy="5143500"/>
          </a:xfrm>
          <a:prstGeom prst="rect">
            <a:avLst/>
          </a:prstGeom>
          <a:solidFill>
            <a:srgbClr val="F3F3F3"/>
          </a:solidFill>
          <a:ln w="15875">
            <a:solidFill>
              <a:srgbClr val="D9D9D9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291840" y="0"/>
            <a:ext cx="585216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IMAGE PLACEHOLDER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4119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916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ご確認いただきありがとうございました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3017520"/>
            <a:ext cx="2926080" cy="8229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30175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サンプル太郎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sample@example.com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2026-08-29T18:15:25Z</dcterms:created>
  <dcterms:modified xsi:type="dcterms:W3CDTF">2026-08-29T18:15:25Z</dcterms:modified>
</cp:coreProperties>
</file>